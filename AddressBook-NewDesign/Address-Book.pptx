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EB5A3-B4EF-4586-BA39-455EE1D89394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BC888-BAA5-462D-BCC0-8F57163E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21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412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57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397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73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5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368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401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65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9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4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352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A8BA692-8345-4E34-A2D1-EAE133DB5FF6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76905ED-D7A6-441B-A81E-166C11D6A7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8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8157-A9AD-C1F8-C5CF-7217631E4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Address-Book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D7B5F-C874-54C1-B24A-6B73BE75C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0472" y="4313213"/>
            <a:ext cx="3301328" cy="986373"/>
          </a:xfrm>
        </p:spPr>
        <p:txBody>
          <a:bodyPr>
            <a:normAutofit/>
          </a:bodyPr>
          <a:lstStyle/>
          <a:p>
            <a:r>
              <a:rPr lang="en-IN" dirty="0"/>
              <a:t>Done by </a:t>
            </a:r>
          </a:p>
          <a:p>
            <a:r>
              <a:rPr lang="en-IN" dirty="0"/>
              <a:t>S.YASHVANTH</a:t>
            </a:r>
          </a:p>
        </p:txBody>
      </p:sp>
    </p:spTree>
    <p:extLst>
      <p:ext uri="{BB962C8B-B14F-4D97-AF65-F5344CB8AC3E}">
        <p14:creationId xmlns:p14="http://schemas.microsoft.com/office/powerpoint/2010/main" val="242252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7290-A7AC-8956-AB02-98763F3B5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62F987-ACAE-5082-FB46-88169CF77D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7" y="2654029"/>
            <a:ext cx="7729727" cy="295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Apply fundamental concepts of C programming in a real-world project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Implement CRUD operations (Create, Read, Update, Delete) effectively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Persist data using File Handling with CSV storage for reliability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Practice problem-solving through input validation &amp; error handling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Develop modular programming skills with functions and header files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MT" panose="020B0502020104020203" pitchFamily="34" charset="0"/>
              </a:rPr>
              <a:t> Build a strong foundation for System-level &amp; Embedded Programming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29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D05D-9C5C-FCAB-E0D0-5DCAB2F6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Foundational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FB9779-8262-82FF-42AA-2E476B4F4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04595" y="2584072"/>
            <a:ext cx="6982809" cy="212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 Programming Fundamentals → Variables, Loops, Functions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Structures &amp; Pointers → Managing and accessing complex data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Arrays &amp; Strings → Handling Names, Phone Numbers, and Emails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I/O Operations → Using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fopen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fclose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fscanf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fprintf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persistence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 Programming → Organizing code with .c and .h files</a:t>
            </a:r>
          </a:p>
        </p:txBody>
      </p:sp>
    </p:spTree>
    <p:extLst>
      <p:ext uri="{BB962C8B-B14F-4D97-AF65-F5344CB8AC3E}">
        <p14:creationId xmlns:p14="http://schemas.microsoft.com/office/powerpoint/2010/main" val="1534104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10C3A-2B5D-6781-F025-86B07DC6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CC5E-14EF-18B4-A68D-B57AF9C0E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a new contact ( with validation for phone and email)</a:t>
            </a:r>
          </a:p>
          <a:p>
            <a:r>
              <a:rPr lang="en-IN" dirty="0"/>
              <a:t>Search contacts by name, phone number and Email</a:t>
            </a:r>
          </a:p>
          <a:p>
            <a:r>
              <a:rPr lang="en-IN" dirty="0"/>
              <a:t>Edit and update the existing contact details</a:t>
            </a:r>
          </a:p>
          <a:p>
            <a:r>
              <a:rPr lang="en-IN" dirty="0"/>
              <a:t>Delete a contact</a:t>
            </a:r>
          </a:p>
          <a:p>
            <a:r>
              <a:rPr lang="en-IN" dirty="0"/>
              <a:t>List all contacts (with sorting by name)</a:t>
            </a:r>
          </a:p>
          <a:p>
            <a:r>
              <a:rPr lang="en-IN" dirty="0"/>
              <a:t>Save and retrieve data from the CSV file for persistence</a:t>
            </a:r>
          </a:p>
        </p:txBody>
      </p:sp>
    </p:spTree>
    <p:extLst>
      <p:ext uri="{BB962C8B-B14F-4D97-AF65-F5344CB8AC3E}">
        <p14:creationId xmlns:p14="http://schemas.microsoft.com/office/powerpoint/2010/main" val="87668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42739-3EDD-FF0C-D103-FE597064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PROGRAM Flow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6E7388-0DA7-9BEF-04BF-BB6AB5A265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302200"/>
            <a:ext cx="77297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User Interaction → Menu-driven console interface for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 Validation → Ensures correct phone format (10-digit), valid email, and unique entries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In-Memory Storage → Contacts stored in structure arrays during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Persistent Storage → Data saved to and loaded from a CSV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 Functions → Each operation handled separately: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create() – Add new contact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search() – Find contact by name/phone/email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edit() – Modify existing contact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delete() – Remove a contact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List() – Display all contacts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save_exit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– Save and close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fetch_enter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– Load contacts at startup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924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1A6C-A6C3-029B-9A16-E94FB55C1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256769"/>
            <a:ext cx="10658166" cy="510147"/>
          </a:xfrm>
        </p:spPr>
        <p:txBody>
          <a:bodyPr>
            <a:normAutofit fontScale="90000"/>
          </a:bodyPr>
          <a:lstStyle/>
          <a:p>
            <a:r>
              <a:rPr lang="en-IN" dirty="0"/>
              <a:t>Creating a Contact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F9882-1A62-8BAB-72C2-EE48377C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1"/>
          <a:stretch>
            <a:fillRect/>
          </a:stretch>
        </p:blipFill>
        <p:spPr>
          <a:xfrm>
            <a:off x="599769" y="855406"/>
            <a:ext cx="10658166" cy="566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8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1EA3-FBFC-657A-3F8D-8F5A7236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207608"/>
            <a:ext cx="10677833" cy="480650"/>
          </a:xfrm>
        </p:spPr>
        <p:txBody>
          <a:bodyPr>
            <a:normAutofit fontScale="90000"/>
          </a:bodyPr>
          <a:lstStyle/>
          <a:p>
            <a:r>
              <a:rPr lang="en-IN" dirty="0"/>
              <a:t>Searching a contact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50B0-F891-87E0-CF46-38CECDE5F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5"/>
          <a:stretch>
            <a:fillRect/>
          </a:stretch>
        </p:blipFill>
        <p:spPr>
          <a:xfrm>
            <a:off x="589934" y="757084"/>
            <a:ext cx="10677833" cy="58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6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2A28E-6EDC-39DF-DEA2-609A96EF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217440"/>
            <a:ext cx="10687664" cy="470818"/>
          </a:xfrm>
        </p:spPr>
        <p:txBody>
          <a:bodyPr>
            <a:normAutofit fontScale="90000"/>
          </a:bodyPr>
          <a:lstStyle/>
          <a:p>
            <a:r>
              <a:rPr lang="en-IN" dirty="0"/>
              <a:t>Listing A Contact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A380C-99AE-B53D-D1AE-ED03E56E5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3"/>
          <a:stretch>
            <a:fillRect/>
          </a:stretch>
        </p:blipFill>
        <p:spPr>
          <a:xfrm>
            <a:off x="560439" y="766917"/>
            <a:ext cx="10687664" cy="587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9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076C-A651-5F52-AE51-42996C5A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266601"/>
            <a:ext cx="10687665" cy="510147"/>
          </a:xfrm>
        </p:spPr>
        <p:txBody>
          <a:bodyPr>
            <a:normAutofit fontScale="90000"/>
          </a:bodyPr>
          <a:lstStyle/>
          <a:p>
            <a:r>
              <a:rPr lang="en-IN" dirty="0"/>
              <a:t>Editing a Contact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8D856B-3290-67C1-11AE-75C1DDCB2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9"/>
          <a:stretch>
            <a:fillRect/>
          </a:stretch>
        </p:blipFill>
        <p:spPr>
          <a:xfrm>
            <a:off x="589935" y="871286"/>
            <a:ext cx="10687666" cy="589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6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63E-8776-EB5B-FD24-D8B6F8CE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197776"/>
            <a:ext cx="10726994" cy="500314"/>
          </a:xfrm>
        </p:spPr>
        <p:txBody>
          <a:bodyPr>
            <a:normAutofit fontScale="90000"/>
          </a:bodyPr>
          <a:lstStyle/>
          <a:p>
            <a:r>
              <a:rPr lang="en-IN" dirty="0"/>
              <a:t>Deleting a contact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34FFA-0934-22F3-C248-5B4BFD11C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90"/>
          <a:stretch>
            <a:fillRect/>
          </a:stretch>
        </p:blipFill>
        <p:spPr>
          <a:xfrm>
            <a:off x="589935" y="776749"/>
            <a:ext cx="10726994" cy="599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0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FF20-B60E-EE26-0D68-70D6CC81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Takeaways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2CAA92-AB69-790E-B604-E89D125D0B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371023"/>
            <a:ext cx="7729728" cy="4198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Solidified C Fundamentals : Deepened understanding of core C concepts and their practical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Modular Programming : Learned to design projects using modular approaches for better organization and maintainability.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Error Handling &amp; Input Validation : Applied robust techniques to manage user inputs and prevent runtime errors in real-world scenarios.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 Handling &amp; Data Persistence : Gained hands-on experience in using file operations to store and retrieve data, ensuring long-term persistence.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Scalable Code Structuring : Developed skills to structure code effectively for scalability and easier future enhancements.</a:t>
            </a:r>
          </a:p>
        </p:txBody>
      </p:sp>
    </p:spTree>
    <p:extLst>
      <p:ext uri="{BB962C8B-B14F-4D97-AF65-F5344CB8AC3E}">
        <p14:creationId xmlns:p14="http://schemas.microsoft.com/office/powerpoint/2010/main" val="118696521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86</TotalTime>
  <Words>423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Parcel</vt:lpstr>
      <vt:lpstr>Address-Book </vt:lpstr>
      <vt:lpstr>Objectives</vt:lpstr>
      <vt:lpstr>Foundational Requirements</vt:lpstr>
      <vt:lpstr>features</vt:lpstr>
      <vt:lpstr>PROGRAM Flow </vt:lpstr>
      <vt:lpstr>Creating a Contact</vt:lpstr>
      <vt:lpstr>Searching a contact</vt:lpstr>
      <vt:lpstr>Listing A Contact </vt:lpstr>
      <vt:lpstr>Editing a Contact</vt:lpstr>
      <vt:lpstr>Deleting a contact</vt:lpstr>
      <vt:lpstr>Core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Yashvanth S</dc:creator>
  <cp:lastModifiedBy>Yashvanth S</cp:lastModifiedBy>
  <cp:revision>1</cp:revision>
  <dcterms:created xsi:type="dcterms:W3CDTF">2025-09-22T10:05:49Z</dcterms:created>
  <dcterms:modified xsi:type="dcterms:W3CDTF">2025-09-22T11:32:10Z</dcterms:modified>
</cp:coreProperties>
</file>